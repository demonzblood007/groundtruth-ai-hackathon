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365760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H-OOI Analysis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97316"/>
                </a:solidFill>
              </a:defRPr>
            </a:pPr>
            <a:r>
              <a:t>Dataset: 7a297377 | 200 rows × 5 columns | December 03,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71C1C"/>
                </a:solidFill>
              </a:defRPr>
            </a:pPr>
            <a:r>
              <a:t>The analysis reveals a significant disparity in sales performance, with a standout record achieving sales of $27.00, far exceeding the average of $14.02. This high sales outlier warrants further investigation into the marketing strategies employed for this record, as it could provide insights for optimizing future campaigns. </a:t>
            </a:r>
            <a:br/>
            <a:br/>
            <a:r>
              <a:t>In terms of advertising investments, the total spend on TV advertising reached $29,408.50, yielding a commendable average sales figure of $14.02 per record. Notably, the total sales generated amounted to $2,804.50, indicating a positive return on investment across advert...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71C1C"/>
                </a:solidFill>
              </a:defRPr>
            </a:pPr>
            <a:r>
              <a:t>→  The analysis reveals a significant disparity in sales performance, with a standout record achieving sales of $27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71C1C"/>
                </a:solidFill>
              </a:defRPr>
            </a:pPr>
            <a:r>
              <a:t>→  00, far exceeding the average of $14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71C1C"/>
                </a:solidFill>
              </a:defRPr>
            </a:pPr>
            <a:r>
              <a:t>→  This high sales outlier warrants further investigation into the marketing strategies employed for this record, as it could provide insights for optimizing future campaigns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71C1C"/>
                </a:solidFill>
              </a:defRPr>
            </a:pPr>
            <a:r>
              <a:t>→  In terms of advertising investments, the total spend on TV advertising reached $29,408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2011680"/>
            <a:ext cx="2651760" cy="228600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0847" y="2011680"/>
            <a:ext cx="265176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847" y="23774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</a:defRPr>
            </a:pPr>
            <a:r>
              <a:t>$29,408.50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847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71C1C"/>
                </a:solidFill>
              </a:defRPr>
            </a:pPr>
            <a:r>
              <a:t>Total TV Advertising Spend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6927" y="2011680"/>
            <a:ext cx="2651760" cy="228600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06927" y="2011680"/>
            <a:ext cx="265176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6927" y="23774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</a:defRPr>
            </a:pPr>
            <a:r>
              <a:t>$4,652.80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6927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71C1C"/>
                </a:solidFill>
              </a:defRPr>
            </a:pPr>
            <a:r>
              <a:t>Total Radio Advertising Spend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011680"/>
            <a:ext cx="2651760" cy="228600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2011680"/>
            <a:ext cx="265176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23774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</a:defRPr>
            </a:pPr>
            <a:r>
              <a:t>$147.04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71C1C"/>
                </a:solidFill>
              </a:defRPr>
            </a:pPr>
            <a:r>
              <a:t>Average TV Advertising Spend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9087" y="2011680"/>
            <a:ext cx="2651760" cy="228600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59087" y="2011680"/>
            <a:ext cx="265176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9087" y="23774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</a:defRPr>
            </a:pPr>
            <a:r>
              <a:t>$23.26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9087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71C1C"/>
                </a:solidFill>
              </a:defRPr>
            </a:pPr>
            <a:r>
              <a:t>Average Radio Advertising Spend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5577840" cy="49377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✓ Top Performers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271C1C"/>
                </a:solidFill>
              </a:defRPr>
            </a:pPr>
            <a:r>
              <a:t>• Record 176: $27.00</a:t>
            </a:r>
          </a:p>
          <a:p>
            <a:pPr>
              <a:spcBef>
                <a:spcPts val="1000"/>
              </a:spcBef>
              <a:defRPr sz="1500">
                <a:solidFill>
                  <a:srgbClr val="271C1C"/>
                </a:solidFill>
              </a:defRPr>
            </a:pPr>
            <a:r>
              <a:t>• Record 184: $26.20</a:t>
            </a:r>
          </a:p>
          <a:p>
            <a:pPr>
              <a:spcBef>
                <a:spcPts val="1000"/>
              </a:spcBef>
              <a:defRPr sz="1500">
                <a:solidFill>
                  <a:srgbClr val="271C1C"/>
                </a:solidFill>
              </a:defRPr>
            </a:pPr>
            <a:r>
              <a:t>• Record 199: $25.50</a:t>
            </a:r>
          </a:p>
          <a:p>
            <a:pPr>
              <a:spcBef>
                <a:spcPts val="1000"/>
              </a:spcBef>
              <a:defRPr sz="1500">
                <a:solidFill>
                  <a:srgbClr val="271C1C"/>
                </a:solidFill>
              </a:defRPr>
            </a:pPr>
            <a:r>
              <a:t>• Record 37: $25.40</a:t>
            </a:r>
          </a:p>
          <a:p>
            <a:pPr>
              <a:spcBef>
                <a:spcPts val="1000"/>
              </a:spcBef>
              <a:defRPr sz="1500">
                <a:solidFill>
                  <a:srgbClr val="271C1C"/>
                </a:solidFill>
              </a:defRPr>
            </a:pPr>
            <a:r>
              <a:t>• Record 99: $25.40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577840" cy="49377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577840" cy="548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⚠ Needs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271C1C"/>
                </a:solidFill>
              </a:defRPr>
            </a:pPr>
            <a:r>
              <a:t>• Record 131: $1.60</a:t>
            </a:r>
          </a:p>
          <a:p>
            <a:pPr>
              <a:spcBef>
                <a:spcPts val="1000"/>
              </a:spcBef>
              <a:defRPr sz="1500">
                <a:solidFill>
                  <a:srgbClr val="271C1C"/>
                </a:solidFill>
              </a:defRPr>
            </a:pPr>
            <a:r>
              <a:t>• Record 156: $3.20</a:t>
            </a:r>
          </a:p>
          <a:p>
            <a:pPr>
              <a:spcBef>
                <a:spcPts val="1000"/>
              </a:spcBef>
              <a:defRPr sz="1500">
                <a:solidFill>
                  <a:srgbClr val="271C1C"/>
                </a:solidFill>
              </a:defRPr>
            </a:pPr>
            <a:r>
              <a:t>• Record 9: $4.80</a:t>
            </a:r>
          </a:p>
          <a:p>
            <a:pPr>
              <a:spcBef>
                <a:spcPts val="1000"/>
              </a:spcBef>
              <a:defRPr sz="1500">
                <a:solidFill>
                  <a:srgbClr val="271C1C"/>
                </a:solidFill>
              </a:defRPr>
            </a:pPr>
            <a:r>
              <a:t>• Record 79: $5.30</a:t>
            </a:r>
          </a:p>
          <a:p>
            <a:pPr>
              <a:spcBef>
                <a:spcPts val="1000"/>
              </a:spcBef>
              <a:defRPr sz="1500">
                <a:solidFill>
                  <a:srgbClr val="271C1C"/>
                </a:solidFill>
              </a:defRPr>
            </a:pPr>
            <a:r>
              <a:t>• Record 109: $5.30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Trends &amp;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71C1C"/>
                </a:solidFill>
              </a:defRPr>
            </a:pPr>
            <a:r>
              <a:t>→  No significant time-based trends were identified in this dataset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71C1C"/>
                </a:solidFill>
              </a:defRPr>
            </a:pPr>
            <a:r>
              <a:t>→  Two significant sales anomalies have been detected that require immediate executive attention: a high sales outlier of $27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71C1C"/>
                </a:solidFill>
              </a:defRPr>
            </a:pPr>
            <a:r>
              <a:t>→  00, which is nearly double the average sales value of $14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71C1C"/>
                </a:solidFill>
              </a:defRPr>
            </a:pPr>
            <a:r>
              <a:t>→  ⚠ High Sales Outlier: Sales value of $27.00 is significantly higher than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271C1C"/>
                </a:solidFill>
              </a:defRPr>
            </a:pPr>
            <a:r>
              <a:t>→  ⚠ Low Sales Outlier: Sales value of $1.60 is significantly lower than 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71C1C"/>
                </a:solidFill>
              </a:defRPr>
            </a:pPr>
            <a:r>
              <a:t>**Investigate** the marketing strategy for Record 176, which achieved the highest sales of $27.00, significantly above the average sales of $14.02, to identify successful tactics that can be replicated in other records.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71C1C"/>
                </a:solidFill>
              </a:defRPr>
            </a:pPr>
            <a:r>
              <a:t>**Monitor** the performance of advertising channels, particularly the total TV advertising spend of $29,408.50, to assess its effectiveness in driving sales, given that total sales generated were only $2,804.50.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71C1C"/>
                </a:solidFill>
              </a:defRPr>
            </a:pPr>
            <a:r>
              <a:t>**Reduce** the total newspaper advertising spend of $6,110.80, as it may not be yielding a proportional return on investment compared to the overall sales generated, which indicates a potential inefficiency in this channel.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617720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26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71C1C"/>
                </a:solidFill>
              </a:defRPr>
            </a:pPr>
            <a:r>
              <a:t>**Review** the marketing strategy for Record 131, which recorded the lowest sales of $1.60, to identify potential issues and implement corrective actions that could enhance its performance.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577840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23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71C1C"/>
                </a:solidFill>
              </a:defRPr>
            </a:pPr>
            <a:r>
              <a:t>**Increase** the focus on the top-performing records (e.g., Records 176, 184, and 199) by allocating more resources or replicating their successful strategies to boost overall sales performance across all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