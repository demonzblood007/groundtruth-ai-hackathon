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365760" cy="1645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H-OOI Analysis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0B981"/>
                </a:solidFill>
              </a:defRPr>
            </a:pPr>
            <a:r>
              <a:t>Dataset: 0b8fd60c | 244 rows × 7 columns | December 03,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2E2A"/>
                </a:solidFill>
              </a:defRPr>
            </a:pPr>
            <a:r>
              <a:t>The analysis reveals a total revenue of $4,827.77, underscoring a strong financial performance driven by a diverse customer base of 627 served. Notably, male customers contributed significantly, generating $3,256.82 in total bills—1.65 times more than female customers, who accounted for $1,570.95. Additionally, Saturday emerged as the peak day for revenue, with total bills reaching $1,778.40, highlighting the importance of targeted marketing strategies on weekends.</a:t>
            </a:r>
            <a:br/>
            <a:br/>
            <a:r>
              <a:t>However, critical concerns have emerged regarding outliers in billing and tipping patterns. Specifically, five transactions excee...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1A2E2A"/>
                </a:solidFill>
              </a:defRPr>
            </a:pPr>
            <a:r>
              <a:t>→  The analysis reveals a total revenue of $4,827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1A2E2A"/>
                </a:solidFill>
              </a:defRPr>
            </a:pPr>
            <a:r>
              <a:t>→  77, underscoring a strong financial performance driven by a diverse customer base of 627 served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1A2E2A"/>
                </a:solidFill>
              </a:defRPr>
            </a:pPr>
            <a:r>
              <a:t>→  Notably, male customers contributed significantly, generating $3,256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1A2E2A"/>
                </a:solidFill>
              </a:defRPr>
            </a:pPr>
            <a:r>
              <a:t>→  65 times more than female customers, who accounted for $1,570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" y="2011680"/>
            <a:ext cx="2651760" cy="228600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0847" y="2011680"/>
            <a:ext cx="265176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847" y="237744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59669"/>
                </a:solidFill>
              </a:defRPr>
            </a:pPr>
            <a:r>
              <a:t>$4,827.77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847" y="3383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2E2A"/>
                </a:solidFill>
              </a:defRPr>
            </a:pPr>
            <a:r>
              <a:t>Total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06927" y="2011680"/>
            <a:ext cx="2651760" cy="228600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06927" y="2011680"/>
            <a:ext cx="265176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06927" y="237744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59669"/>
                </a:solidFill>
              </a:defRPr>
            </a:pPr>
            <a:r>
              <a:t>$731.58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6927" y="3383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2E2A"/>
                </a:solidFill>
              </a:defRPr>
            </a:pPr>
            <a:r>
              <a:t>Total Tips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011680"/>
            <a:ext cx="2651760" cy="228600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2011680"/>
            <a:ext cx="265176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7" y="237744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59669"/>
                </a:solidFill>
              </a:defRPr>
            </a:pPr>
            <a:r>
              <a:t>$19.79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3383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2E2A"/>
                </a:solidFill>
              </a:defRPr>
            </a:pPr>
            <a:r>
              <a:t>Average Total Bill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59087" y="2011680"/>
            <a:ext cx="2651760" cy="228600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59087" y="2011680"/>
            <a:ext cx="265176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9087" y="2377440"/>
            <a:ext cx="2651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59669"/>
                </a:solidFill>
              </a:defRPr>
            </a:pPr>
            <a:r>
              <a:t>$3.00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9087" y="3383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A2E2A"/>
                </a:solidFill>
              </a:defRPr>
            </a:pPr>
            <a:r>
              <a:t>Average Tip Amount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Performance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5577840" cy="49377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5778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✓ Top Performers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>
                <a:solidFill>
                  <a:srgbClr val="1A2E2A"/>
                </a:solidFill>
              </a:defRPr>
            </a:pPr>
            <a:r>
              <a:t>• Male: $3,256.82</a:t>
            </a:r>
          </a:p>
          <a:p>
            <a:pPr>
              <a:spcBef>
                <a:spcPts val="1000"/>
              </a:spcBef>
              <a:defRPr sz="1500">
                <a:solidFill>
                  <a:srgbClr val="1A2E2A"/>
                </a:solidFill>
              </a:defRPr>
            </a:pPr>
            <a:r>
              <a:t>• Female: $1,570.95</a:t>
            </a:r>
          </a:p>
          <a:p>
            <a:pPr>
              <a:spcBef>
                <a:spcPts val="1000"/>
              </a:spcBef>
              <a:defRPr sz="1500">
                <a:solidFill>
                  <a:srgbClr val="1A2E2A"/>
                </a:solidFill>
              </a:defRPr>
            </a:pPr>
            <a:r>
              <a:t>• Saturday: $1,778.40</a:t>
            </a:r>
          </a:p>
          <a:p>
            <a:pPr>
              <a:spcBef>
                <a:spcPts val="1000"/>
              </a:spcBef>
              <a:defRPr sz="1500">
                <a:solidFill>
                  <a:srgbClr val="1A2E2A"/>
                </a:solidFill>
              </a:defRPr>
            </a:pPr>
            <a:r>
              <a:t>• Male: $485.07</a:t>
            </a:r>
          </a:p>
          <a:p>
            <a:pPr>
              <a:spcBef>
                <a:spcPts val="1000"/>
              </a:spcBef>
              <a:defRPr sz="1500">
                <a:solidFill>
                  <a:srgbClr val="1A2E2A"/>
                </a:solidFill>
              </a:defRPr>
            </a:pPr>
            <a:r>
              <a:t>• Saturday: $260.40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577840" cy="49377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5778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⚠ Needs 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>
                <a:solidFill>
                  <a:srgbClr val="1A2E2A"/>
                </a:solidFill>
              </a:defRPr>
            </a:pPr>
            <a:r>
              <a:t>• No underperformers identified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Trends &amp;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1A2E2A"/>
                </a:solidFill>
              </a:defRPr>
            </a:pPr>
            <a:r>
              <a:t>→  No significant time-based trends were identified in this dataset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1A2E2A"/>
                </a:solidFill>
              </a:defRPr>
            </a:pPr>
            <a:r>
              <a:t>→  We have detected critical anomalies regarding total bills and tips, with values exceeding $37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1A2E2A"/>
                </a:solidFill>
              </a:defRPr>
            </a:pPr>
            <a:r>
              <a:t>→  77 respectively, both of which are classified as outliers based on statistical analysis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1A2E2A"/>
                </a:solidFill>
              </a:defRPr>
            </a:pPr>
            <a:r>
              <a:t>→  ⚠ Outlier Detection in Total Bill: Total bills greater than $37.59 (2 std deviations 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1800">
                <a:solidFill>
                  <a:srgbClr val="1A2E2A"/>
                </a:solidFill>
              </a:defRPr>
            </a:pPr>
            <a:r>
              <a:t>→  ⚠ Outlier Detection in Tips: Tips greater than $5.77 (2 std deviations from mea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Recommendations &amp; Next Steps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737360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A2E2A"/>
                </a:solidFill>
              </a:defRPr>
            </a:pPr>
            <a:r>
              <a:t>**Investigate** high total bills exceeding $37.59, as identified in the outlier detection, to ensure accuracy and address any potential billing errors affecting 5 transactions.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A2E2A"/>
                </a:solidFill>
              </a:defRPr>
            </a:pPr>
            <a:r>
              <a:t>**Review** high tip amounts greater than $5.77, as flagged in the outlier detection, to confirm their validity and ensure that they reflect genuine customer satisfaction, impacting 5 transactions.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66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A2E2A"/>
                </a:solidFill>
              </a:defRPr>
            </a:pPr>
            <a:r>
              <a:t>**Increase** marketing efforts targeting male customers, who generated a total bill of $3,256.82—1.65 times higher than female customers—by promoting male-oriented events or specials to boost engagement.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617720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26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A2E2A"/>
                </a:solidFill>
              </a:defRPr>
            </a:pPr>
            <a:r>
              <a:t>**Enhance** service quality on Saturdays, which recorded the highest total bill of $1,778.40 and total tips of $260.40, by providing additional staff or training to maximize customer experience and revenue.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577840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623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86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A2E2A"/>
                </a:solidFill>
              </a:defRPr>
            </a:pPr>
            <a:r>
              <a:t>**Monitor** customer service metrics closely, particularly focusing on the total tips received, which amounted to $731.58, to identify trends and areas for improvement in service that could lead to increased tips.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